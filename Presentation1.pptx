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si-L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i-L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BB3F1-21F0-44FD-A438-A1713FEA39A2}" type="datetimeFigureOut">
              <a:rPr lang="si-LK" smtClean="0"/>
              <a:t>2026-03-10</a:t>
            </a:fld>
            <a:endParaRPr lang="si-L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C3FA1-672F-4A4D-AD53-73B30D3A6461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205074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i-L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BB3F1-21F0-44FD-A438-A1713FEA39A2}" type="datetimeFigureOut">
              <a:rPr lang="si-LK" smtClean="0"/>
              <a:t>2026-03-10</a:t>
            </a:fld>
            <a:endParaRPr lang="si-L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C3FA1-672F-4A4D-AD53-73B30D3A6461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2120606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BB3F1-21F0-44FD-A438-A1713FEA39A2}" type="datetimeFigureOut">
              <a:rPr lang="si-LK" smtClean="0"/>
              <a:t>2026-03-10</a:t>
            </a:fld>
            <a:endParaRPr lang="si-L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C3FA1-672F-4A4D-AD53-73B30D3A6461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1585970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i-L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i-LK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BB3F1-21F0-44FD-A438-A1713FEA39A2}" type="datetimeFigureOut">
              <a:rPr lang="si-LK" smtClean="0"/>
              <a:t>2026-03-10</a:t>
            </a:fld>
            <a:endParaRPr lang="si-L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C3FA1-672F-4A4D-AD53-73B30D3A6461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1271766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i-L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i-LK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BB3F1-21F0-44FD-A438-A1713FEA39A2}" type="datetimeFigureOut">
              <a:rPr lang="si-LK" smtClean="0"/>
              <a:t>2026-03-10</a:t>
            </a:fld>
            <a:endParaRPr lang="si-L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C3FA1-672F-4A4D-AD53-73B30D3A6461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1621431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BB3F1-21F0-44FD-A438-A1713FEA39A2}" type="datetimeFigureOut">
              <a:rPr lang="si-LK" smtClean="0"/>
              <a:t>2026-03-10</a:t>
            </a:fld>
            <a:endParaRPr lang="si-L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C3FA1-672F-4A4D-AD53-73B30D3A6461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1040029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BB3F1-21F0-44FD-A438-A1713FEA39A2}" type="datetimeFigureOut">
              <a:rPr lang="si-LK" smtClean="0"/>
              <a:t>2026-03-10</a:t>
            </a:fld>
            <a:endParaRPr lang="si-L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C3FA1-672F-4A4D-AD53-73B30D3A6461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26627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i-L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BB3F1-21F0-44FD-A438-A1713FEA39A2}" type="datetimeFigureOut">
              <a:rPr lang="si-LK" smtClean="0"/>
              <a:t>2026-03-10</a:t>
            </a:fld>
            <a:endParaRPr lang="si-L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C3FA1-672F-4A4D-AD53-73B30D3A6461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1663204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i-L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BB3F1-21F0-44FD-A438-A1713FEA39A2}" type="datetimeFigureOut">
              <a:rPr lang="si-LK" smtClean="0"/>
              <a:t>2026-03-10</a:t>
            </a:fld>
            <a:endParaRPr lang="si-L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C3FA1-672F-4A4D-AD53-73B30D3A6461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2194401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i-L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BB3F1-21F0-44FD-A438-A1713FEA39A2}" type="datetimeFigureOut">
              <a:rPr lang="si-LK" smtClean="0"/>
              <a:t>2026-03-10</a:t>
            </a:fld>
            <a:endParaRPr lang="si-L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C3FA1-672F-4A4D-AD53-73B30D3A6461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106628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i-L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BB3F1-21F0-44FD-A438-A1713FEA39A2}" type="datetimeFigureOut">
              <a:rPr lang="si-LK" smtClean="0"/>
              <a:t>2026-03-10</a:t>
            </a:fld>
            <a:endParaRPr lang="si-L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C3FA1-672F-4A4D-AD53-73B30D3A6461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3279504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i-L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BB3F1-21F0-44FD-A438-A1713FEA39A2}" type="datetimeFigureOut">
              <a:rPr lang="si-LK" smtClean="0"/>
              <a:t>2026-03-10</a:t>
            </a:fld>
            <a:endParaRPr lang="si-L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i-L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DC3FA1-672F-4A4D-AD53-73B30D3A6461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4185034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i-L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0525" y="1082661"/>
            <a:ext cx="2502568" cy="51815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5" name="Rectangle 4"/>
          <p:cNvSpPr/>
          <p:nvPr/>
        </p:nvSpPr>
        <p:spPr>
          <a:xfrm>
            <a:off x="3429000" y="1055332"/>
            <a:ext cx="2502568" cy="51929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6" name="Rectangle 5"/>
          <p:cNvSpPr/>
          <p:nvPr/>
        </p:nvSpPr>
        <p:spPr>
          <a:xfrm>
            <a:off x="5946484" y="1049749"/>
            <a:ext cx="2502568" cy="51985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7" name="Rectangle 6"/>
          <p:cNvSpPr/>
          <p:nvPr/>
        </p:nvSpPr>
        <p:spPr>
          <a:xfrm>
            <a:off x="8855242" y="1082659"/>
            <a:ext cx="2502568" cy="51256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9" name="Rectangle 8"/>
          <p:cNvSpPr/>
          <p:nvPr/>
        </p:nvSpPr>
        <p:spPr>
          <a:xfrm>
            <a:off x="197334" y="1085557"/>
            <a:ext cx="2490871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10" name="TextBox 9"/>
          <p:cNvSpPr txBox="1"/>
          <p:nvPr/>
        </p:nvSpPr>
        <p:spPr>
          <a:xfrm>
            <a:off x="352924" y="1190302"/>
            <a:ext cx="2197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Data Sources</a:t>
            </a:r>
            <a:endParaRPr lang="si-LK" sz="2000" b="1" dirty="0"/>
          </a:p>
        </p:txBody>
      </p:sp>
      <p:sp>
        <p:nvSpPr>
          <p:cNvPr id="11" name="Rectangle 10"/>
          <p:cNvSpPr/>
          <p:nvPr/>
        </p:nvSpPr>
        <p:spPr>
          <a:xfrm>
            <a:off x="3432190" y="1055332"/>
            <a:ext cx="2502568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12" name="Rectangle 11"/>
          <p:cNvSpPr/>
          <p:nvPr/>
        </p:nvSpPr>
        <p:spPr>
          <a:xfrm>
            <a:off x="5947017" y="1054325"/>
            <a:ext cx="2502568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13" name="TextBox 12"/>
          <p:cNvSpPr txBox="1"/>
          <p:nvPr/>
        </p:nvSpPr>
        <p:spPr>
          <a:xfrm>
            <a:off x="3484874" y="973762"/>
            <a:ext cx="2197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Intermediate</a:t>
            </a:r>
          </a:p>
          <a:p>
            <a:pPr algn="ctr"/>
            <a:r>
              <a:rPr lang="en-US" sz="2000" b="1" dirty="0" smtClean="0"/>
              <a:t>(Silver Layer) </a:t>
            </a:r>
            <a:endParaRPr lang="si-LK" sz="20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059357" y="1059224"/>
            <a:ext cx="2197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Core Storage</a:t>
            </a:r>
          </a:p>
          <a:p>
            <a:pPr algn="ctr"/>
            <a:r>
              <a:rPr lang="en-US" b="1" dirty="0" smtClean="0"/>
              <a:t>(Gold Layer)</a:t>
            </a:r>
            <a:endParaRPr lang="si-LK" b="1" dirty="0"/>
          </a:p>
        </p:txBody>
      </p:sp>
      <p:sp>
        <p:nvSpPr>
          <p:cNvPr id="15" name="Rectangle 14"/>
          <p:cNvSpPr/>
          <p:nvPr/>
        </p:nvSpPr>
        <p:spPr>
          <a:xfrm>
            <a:off x="8855242" y="1080658"/>
            <a:ext cx="2502568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17" name="TextBox 16"/>
          <p:cNvSpPr txBox="1"/>
          <p:nvPr/>
        </p:nvSpPr>
        <p:spPr>
          <a:xfrm>
            <a:off x="8905129" y="1185403"/>
            <a:ext cx="24526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Business Intelligence</a:t>
            </a:r>
            <a:endParaRPr lang="si-LK" sz="20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320844" y="3123320"/>
            <a:ext cx="2197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SQL Server Database</a:t>
            </a:r>
          </a:p>
          <a:p>
            <a:pPr algn="ctr"/>
            <a:r>
              <a:rPr lang="en-US" dirty="0" smtClean="0"/>
              <a:t>(Transaction Facts)</a:t>
            </a:r>
            <a:endParaRPr lang="si-LK" dirty="0"/>
          </a:p>
        </p:txBody>
      </p:sp>
      <p:sp>
        <p:nvSpPr>
          <p:cNvPr id="21" name="TextBox 20"/>
          <p:cNvSpPr txBox="1"/>
          <p:nvPr/>
        </p:nvSpPr>
        <p:spPr>
          <a:xfrm>
            <a:off x="381001" y="4999945"/>
            <a:ext cx="21977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CSV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Customers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Sales_reps</a:t>
            </a:r>
            <a:endParaRPr lang="si-LK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039" y="2068439"/>
            <a:ext cx="904068" cy="90406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397" y="4007627"/>
            <a:ext cx="855353" cy="85535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571373" y="2658833"/>
            <a:ext cx="2197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Landing</a:t>
            </a:r>
            <a:endParaRPr lang="si-LK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018" y="1884985"/>
            <a:ext cx="737950" cy="73795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537" y="4247106"/>
            <a:ext cx="752839" cy="75283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81399" y="5229591"/>
            <a:ext cx="2197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Staging</a:t>
            </a:r>
            <a:endParaRPr lang="si-LK" dirty="0"/>
          </a:p>
        </p:txBody>
      </p:sp>
      <p:sp>
        <p:nvSpPr>
          <p:cNvPr id="28" name="Right Arrow 27"/>
          <p:cNvSpPr/>
          <p:nvPr/>
        </p:nvSpPr>
        <p:spPr>
          <a:xfrm>
            <a:off x="2703093" y="2390274"/>
            <a:ext cx="1183105" cy="1017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29" name="Right Arrow 28"/>
          <p:cNvSpPr/>
          <p:nvPr/>
        </p:nvSpPr>
        <p:spPr>
          <a:xfrm rot="5400000">
            <a:off x="4307962" y="3410578"/>
            <a:ext cx="681791" cy="1301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30" name="TextBox 29"/>
          <p:cNvSpPr txBox="1"/>
          <p:nvPr/>
        </p:nvSpPr>
        <p:spPr>
          <a:xfrm>
            <a:off x="1925034" y="2552216"/>
            <a:ext cx="2197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ETL</a:t>
            </a:r>
            <a:endParaRPr lang="si-LK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886198" y="3316079"/>
            <a:ext cx="2197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ETL</a:t>
            </a:r>
            <a:endParaRPr lang="si-LK" b="1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939" y="3705760"/>
            <a:ext cx="731440" cy="7314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284494" y="4442099"/>
            <a:ext cx="21977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SQL DB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FactSales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DimCustomer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DimProduct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DimDate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DimSalesRep</a:t>
            </a:r>
            <a:endParaRPr lang="si-LK" dirty="0"/>
          </a:p>
        </p:txBody>
      </p:sp>
      <p:sp>
        <p:nvSpPr>
          <p:cNvPr id="34" name="Right Arrow 33"/>
          <p:cNvSpPr/>
          <p:nvPr/>
        </p:nvSpPr>
        <p:spPr>
          <a:xfrm>
            <a:off x="5491429" y="4592135"/>
            <a:ext cx="681791" cy="1863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35" name="TextBox 34"/>
          <p:cNvSpPr txBox="1"/>
          <p:nvPr/>
        </p:nvSpPr>
        <p:spPr>
          <a:xfrm>
            <a:off x="4697361" y="4723297"/>
            <a:ext cx="2197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ETL</a:t>
            </a:r>
            <a:endParaRPr lang="si-LK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9032584" y="5414257"/>
            <a:ext cx="2197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Excel /API Access</a:t>
            </a:r>
            <a:endParaRPr lang="si-LK" dirty="0"/>
          </a:p>
        </p:txBody>
      </p:sp>
      <p:sp>
        <p:nvSpPr>
          <p:cNvPr id="37" name="Right Arrow 36"/>
          <p:cNvSpPr/>
          <p:nvPr/>
        </p:nvSpPr>
        <p:spPr>
          <a:xfrm rot="16200000">
            <a:off x="6954992" y="3194085"/>
            <a:ext cx="681791" cy="1863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38" name="TextBox 37"/>
          <p:cNvSpPr txBox="1"/>
          <p:nvPr/>
        </p:nvSpPr>
        <p:spPr>
          <a:xfrm>
            <a:off x="6656940" y="3181216"/>
            <a:ext cx="2197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ETL</a:t>
            </a:r>
            <a:endParaRPr lang="si-LK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9007641" y="2520473"/>
            <a:ext cx="2197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SSRA Reports</a:t>
            </a:r>
            <a:endParaRPr lang="si-LK" dirty="0"/>
          </a:p>
        </p:txBody>
      </p:sp>
      <p:sp>
        <p:nvSpPr>
          <p:cNvPr id="40" name="TextBox 39"/>
          <p:cNvSpPr txBox="1"/>
          <p:nvPr/>
        </p:nvSpPr>
        <p:spPr>
          <a:xfrm>
            <a:off x="9007640" y="3816573"/>
            <a:ext cx="2197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Power BI Dashboards</a:t>
            </a:r>
            <a:endParaRPr lang="si-LK" dirty="0"/>
          </a:p>
        </p:txBody>
      </p:sp>
      <p:sp>
        <p:nvSpPr>
          <p:cNvPr id="41" name="TextBox 40"/>
          <p:cNvSpPr txBox="1"/>
          <p:nvPr/>
        </p:nvSpPr>
        <p:spPr>
          <a:xfrm>
            <a:off x="6231518" y="2561414"/>
            <a:ext cx="2197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OLAP Server</a:t>
            </a:r>
            <a:endParaRPr lang="si-LK" dirty="0"/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939" y="1983786"/>
            <a:ext cx="593898" cy="593898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722" y="1882417"/>
            <a:ext cx="609604" cy="609604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1983" y="3028165"/>
            <a:ext cx="869984" cy="869984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263" y="4533877"/>
            <a:ext cx="658206" cy="658206"/>
          </a:xfrm>
          <a:prstGeom prst="rect">
            <a:avLst/>
          </a:prstGeom>
        </p:spPr>
      </p:pic>
      <p:sp>
        <p:nvSpPr>
          <p:cNvPr id="46" name="Right Arrow 45"/>
          <p:cNvSpPr/>
          <p:nvPr/>
        </p:nvSpPr>
        <p:spPr>
          <a:xfrm rot="10800000">
            <a:off x="8350793" y="2318680"/>
            <a:ext cx="681791" cy="1301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47" name="Right Arrow 46"/>
          <p:cNvSpPr/>
          <p:nvPr/>
        </p:nvSpPr>
        <p:spPr>
          <a:xfrm rot="10800000">
            <a:off x="8365432" y="3381385"/>
            <a:ext cx="681791" cy="1301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48" name="Right Arrow 47"/>
          <p:cNvSpPr/>
          <p:nvPr/>
        </p:nvSpPr>
        <p:spPr>
          <a:xfrm rot="10800000">
            <a:off x="8358812" y="4620208"/>
            <a:ext cx="681791" cy="1301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3368663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51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Iskoola Pota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FERNANDO A.S.S it23681910</dc:creator>
  <cp:lastModifiedBy>FERNANDO A.S.S it23681910</cp:lastModifiedBy>
  <cp:revision>7</cp:revision>
  <dcterms:created xsi:type="dcterms:W3CDTF">2026-03-10T09:34:43Z</dcterms:created>
  <dcterms:modified xsi:type="dcterms:W3CDTF">2026-03-10T10:34:02Z</dcterms:modified>
</cp:coreProperties>
</file>