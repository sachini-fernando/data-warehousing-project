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si-L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21" autoAdjust="0"/>
    <p:restoredTop sz="94660"/>
  </p:normalViewPr>
  <p:slideViewPr>
    <p:cSldViewPr snapToGrid="0">
      <p:cViewPr varScale="1">
        <p:scale>
          <a:sx n="45" d="100"/>
          <a:sy n="45" d="100"/>
        </p:scale>
        <p:origin x="53" y="5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si-LK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si-LK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54A49-3381-4039-9527-F2D7125B449C}" type="datetimeFigureOut">
              <a:rPr lang="si-LK" smtClean="0"/>
              <a:t>2026-03-26</a:t>
            </a:fld>
            <a:endParaRPr lang="si-L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i-L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9981A-8AD4-415F-A761-5E6C89693679}" type="slidenum">
              <a:rPr lang="si-LK" smtClean="0"/>
              <a:t>‹#›</a:t>
            </a:fld>
            <a:endParaRPr lang="si-LK"/>
          </a:p>
        </p:txBody>
      </p:sp>
    </p:spTree>
    <p:extLst>
      <p:ext uri="{BB962C8B-B14F-4D97-AF65-F5344CB8AC3E}">
        <p14:creationId xmlns:p14="http://schemas.microsoft.com/office/powerpoint/2010/main" val="34899272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i-LK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i-LK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54A49-3381-4039-9527-F2D7125B449C}" type="datetimeFigureOut">
              <a:rPr lang="si-LK" smtClean="0"/>
              <a:t>2026-03-26</a:t>
            </a:fld>
            <a:endParaRPr lang="si-L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i-L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9981A-8AD4-415F-A761-5E6C89693679}" type="slidenum">
              <a:rPr lang="si-LK" smtClean="0"/>
              <a:t>‹#›</a:t>
            </a:fld>
            <a:endParaRPr lang="si-LK"/>
          </a:p>
        </p:txBody>
      </p:sp>
    </p:spTree>
    <p:extLst>
      <p:ext uri="{BB962C8B-B14F-4D97-AF65-F5344CB8AC3E}">
        <p14:creationId xmlns:p14="http://schemas.microsoft.com/office/powerpoint/2010/main" val="32630410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si-LK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54A49-3381-4039-9527-F2D7125B449C}" type="datetimeFigureOut">
              <a:rPr lang="si-LK" smtClean="0"/>
              <a:t>2026-03-26</a:t>
            </a:fld>
            <a:endParaRPr lang="si-L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i-L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9981A-8AD4-415F-A761-5E6C89693679}" type="slidenum">
              <a:rPr lang="si-LK" smtClean="0"/>
              <a:t>‹#›</a:t>
            </a:fld>
            <a:endParaRPr lang="si-LK"/>
          </a:p>
        </p:txBody>
      </p:sp>
    </p:spTree>
    <p:extLst>
      <p:ext uri="{BB962C8B-B14F-4D97-AF65-F5344CB8AC3E}">
        <p14:creationId xmlns:p14="http://schemas.microsoft.com/office/powerpoint/2010/main" val="321747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i-LK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i-LK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i-LK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54A49-3381-4039-9527-F2D7125B449C}" type="datetimeFigureOut">
              <a:rPr lang="si-LK" smtClean="0"/>
              <a:t>2026-03-26</a:t>
            </a:fld>
            <a:endParaRPr lang="si-L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i-L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9981A-8AD4-415F-A761-5E6C89693679}" type="slidenum">
              <a:rPr lang="si-LK" smtClean="0"/>
              <a:t>‹#›</a:t>
            </a:fld>
            <a:endParaRPr lang="si-LK"/>
          </a:p>
        </p:txBody>
      </p:sp>
    </p:spTree>
    <p:extLst>
      <p:ext uri="{BB962C8B-B14F-4D97-AF65-F5344CB8AC3E}">
        <p14:creationId xmlns:p14="http://schemas.microsoft.com/office/powerpoint/2010/main" val="5008084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si-LK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i-LK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i-LK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54A49-3381-4039-9527-F2D7125B449C}" type="datetimeFigureOut">
              <a:rPr lang="si-LK" smtClean="0"/>
              <a:t>2026-03-26</a:t>
            </a:fld>
            <a:endParaRPr lang="si-L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i-L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9981A-8AD4-415F-A761-5E6C89693679}" type="slidenum">
              <a:rPr lang="si-LK" smtClean="0"/>
              <a:t>‹#›</a:t>
            </a:fld>
            <a:endParaRPr lang="si-LK"/>
          </a:p>
        </p:txBody>
      </p:sp>
    </p:spTree>
    <p:extLst>
      <p:ext uri="{BB962C8B-B14F-4D97-AF65-F5344CB8AC3E}">
        <p14:creationId xmlns:p14="http://schemas.microsoft.com/office/powerpoint/2010/main" val="22895070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i-LK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54A49-3381-4039-9527-F2D7125B449C}" type="datetimeFigureOut">
              <a:rPr lang="si-LK" smtClean="0"/>
              <a:t>2026-03-26</a:t>
            </a:fld>
            <a:endParaRPr lang="si-L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i-L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9981A-8AD4-415F-A761-5E6C89693679}" type="slidenum">
              <a:rPr lang="si-LK" smtClean="0"/>
              <a:t>‹#›</a:t>
            </a:fld>
            <a:endParaRPr lang="si-LK"/>
          </a:p>
        </p:txBody>
      </p:sp>
    </p:spTree>
    <p:extLst>
      <p:ext uri="{BB962C8B-B14F-4D97-AF65-F5344CB8AC3E}">
        <p14:creationId xmlns:p14="http://schemas.microsoft.com/office/powerpoint/2010/main" val="26134837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54A49-3381-4039-9527-F2D7125B449C}" type="datetimeFigureOut">
              <a:rPr lang="si-LK" smtClean="0"/>
              <a:t>2026-03-26</a:t>
            </a:fld>
            <a:endParaRPr lang="si-L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i-L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9981A-8AD4-415F-A761-5E6C89693679}" type="slidenum">
              <a:rPr lang="si-LK" smtClean="0"/>
              <a:t>‹#›</a:t>
            </a:fld>
            <a:endParaRPr lang="si-LK"/>
          </a:p>
        </p:txBody>
      </p:sp>
    </p:spTree>
    <p:extLst>
      <p:ext uri="{BB962C8B-B14F-4D97-AF65-F5344CB8AC3E}">
        <p14:creationId xmlns:p14="http://schemas.microsoft.com/office/powerpoint/2010/main" val="11159246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si-LK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i-LK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54A49-3381-4039-9527-F2D7125B449C}" type="datetimeFigureOut">
              <a:rPr lang="si-LK" smtClean="0"/>
              <a:t>2026-03-26</a:t>
            </a:fld>
            <a:endParaRPr lang="si-L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i-L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9981A-8AD4-415F-A761-5E6C89693679}" type="slidenum">
              <a:rPr lang="si-LK" smtClean="0"/>
              <a:t>‹#›</a:t>
            </a:fld>
            <a:endParaRPr lang="si-LK"/>
          </a:p>
        </p:txBody>
      </p:sp>
    </p:spTree>
    <p:extLst>
      <p:ext uri="{BB962C8B-B14F-4D97-AF65-F5344CB8AC3E}">
        <p14:creationId xmlns:p14="http://schemas.microsoft.com/office/powerpoint/2010/main" val="7229540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si-LK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i-LK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54A49-3381-4039-9527-F2D7125B449C}" type="datetimeFigureOut">
              <a:rPr lang="si-LK" smtClean="0"/>
              <a:t>2026-03-26</a:t>
            </a:fld>
            <a:endParaRPr lang="si-L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i-L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9981A-8AD4-415F-A761-5E6C89693679}" type="slidenum">
              <a:rPr lang="si-LK" smtClean="0"/>
              <a:t>‹#›</a:t>
            </a:fld>
            <a:endParaRPr lang="si-LK"/>
          </a:p>
        </p:txBody>
      </p:sp>
    </p:spTree>
    <p:extLst>
      <p:ext uri="{BB962C8B-B14F-4D97-AF65-F5344CB8AC3E}">
        <p14:creationId xmlns:p14="http://schemas.microsoft.com/office/powerpoint/2010/main" val="4905297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i-LK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i-LK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54A49-3381-4039-9527-F2D7125B449C}" type="datetimeFigureOut">
              <a:rPr lang="si-LK" smtClean="0"/>
              <a:t>2026-03-26</a:t>
            </a:fld>
            <a:endParaRPr lang="si-L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i-L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9981A-8AD4-415F-A761-5E6C89693679}" type="slidenum">
              <a:rPr lang="si-LK" smtClean="0"/>
              <a:t>‹#›</a:t>
            </a:fld>
            <a:endParaRPr lang="si-LK"/>
          </a:p>
        </p:txBody>
      </p:sp>
    </p:spTree>
    <p:extLst>
      <p:ext uri="{BB962C8B-B14F-4D97-AF65-F5344CB8AC3E}">
        <p14:creationId xmlns:p14="http://schemas.microsoft.com/office/powerpoint/2010/main" val="18147824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si-LK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i-LK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54A49-3381-4039-9527-F2D7125B449C}" type="datetimeFigureOut">
              <a:rPr lang="si-LK" smtClean="0"/>
              <a:t>2026-03-26</a:t>
            </a:fld>
            <a:endParaRPr lang="si-L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i-L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9981A-8AD4-415F-A761-5E6C89693679}" type="slidenum">
              <a:rPr lang="si-LK" smtClean="0"/>
              <a:t>‹#›</a:t>
            </a:fld>
            <a:endParaRPr lang="si-LK"/>
          </a:p>
        </p:txBody>
      </p:sp>
    </p:spTree>
    <p:extLst>
      <p:ext uri="{BB962C8B-B14F-4D97-AF65-F5344CB8AC3E}">
        <p14:creationId xmlns:p14="http://schemas.microsoft.com/office/powerpoint/2010/main" val="14608598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si-LK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i-LK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654A49-3381-4039-9527-F2D7125B449C}" type="datetimeFigureOut">
              <a:rPr lang="si-LK" smtClean="0"/>
              <a:t>2026-03-26</a:t>
            </a:fld>
            <a:endParaRPr lang="si-L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i-L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59981A-8AD4-415F-A761-5E6C89693679}" type="slidenum">
              <a:rPr lang="si-LK" smtClean="0"/>
              <a:t>‹#›</a:t>
            </a:fld>
            <a:endParaRPr lang="si-LK"/>
          </a:p>
        </p:txBody>
      </p:sp>
    </p:spTree>
    <p:extLst>
      <p:ext uri="{BB962C8B-B14F-4D97-AF65-F5344CB8AC3E}">
        <p14:creationId xmlns:p14="http://schemas.microsoft.com/office/powerpoint/2010/main" val="3204079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i-L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45067" y="1490133"/>
            <a:ext cx="2861733" cy="51816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i-LK"/>
          </a:p>
        </p:txBody>
      </p:sp>
      <p:sp>
        <p:nvSpPr>
          <p:cNvPr id="5" name="Rectangle 4"/>
          <p:cNvSpPr/>
          <p:nvPr/>
        </p:nvSpPr>
        <p:spPr>
          <a:xfrm>
            <a:off x="4842934" y="1490133"/>
            <a:ext cx="2861733" cy="51816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i-LK"/>
          </a:p>
        </p:txBody>
      </p:sp>
      <p:sp>
        <p:nvSpPr>
          <p:cNvPr id="6" name="Rectangle 5"/>
          <p:cNvSpPr/>
          <p:nvPr/>
        </p:nvSpPr>
        <p:spPr>
          <a:xfrm>
            <a:off x="8940801" y="1490133"/>
            <a:ext cx="2861733" cy="51816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i-LK"/>
          </a:p>
        </p:txBody>
      </p:sp>
      <p:sp>
        <p:nvSpPr>
          <p:cNvPr id="7" name="TextBox 6"/>
          <p:cNvSpPr txBox="1"/>
          <p:nvPr/>
        </p:nvSpPr>
        <p:spPr>
          <a:xfrm>
            <a:off x="1058333" y="914400"/>
            <a:ext cx="223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Landing_RetailSales</a:t>
            </a:r>
            <a:endParaRPr lang="si-LK" dirty="0"/>
          </a:p>
        </p:txBody>
      </p:sp>
      <p:sp>
        <p:nvSpPr>
          <p:cNvPr id="8" name="TextBox 7"/>
          <p:cNvSpPr txBox="1"/>
          <p:nvPr/>
        </p:nvSpPr>
        <p:spPr>
          <a:xfrm>
            <a:off x="5156200" y="895866"/>
            <a:ext cx="223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RetailSales_Staging</a:t>
            </a:r>
            <a:endParaRPr lang="si-LK" dirty="0"/>
          </a:p>
        </p:txBody>
      </p:sp>
      <p:sp>
        <p:nvSpPr>
          <p:cNvPr id="9" name="TextBox 8"/>
          <p:cNvSpPr txBox="1"/>
          <p:nvPr/>
        </p:nvSpPr>
        <p:spPr>
          <a:xfrm>
            <a:off x="9254067" y="843465"/>
            <a:ext cx="223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RetailSalesDW</a:t>
            </a:r>
            <a:endParaRPr lang="si-LK" dirty="0"/>
          </a:p>
        </p:txBody>
      </p:sp>
      <p:sp>
        <p:nvSpPr>
          <p:cNvPr id="10" name="Rectangle 9"/>
          <p:cNvSpPr/>
          <p:nvPr/>
        </p:nvSpPr>
        <p:spPr>
          <a:xfrm>
            <a:off x="1058333" y="1947333"/>
            <a:ext cx="2235200" cy="64346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i-LK"/>
          </a:p>
        </p:txBody>
      </p:sp>
      <p:sp>
        <p:nvSpPr>
          <p:cNvPr id="11" name="Rectangle 10"/>
          <p:cNvSpPr/>
          <p:nvPr/>
        </p:nvSpPr>
        <p:spPr>
          <a:xfrm>
            <a:off x="1058333" y="3002465"/>
            <a:ext cx="2235200" cy="64346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i-LK"/>
          </a:p>
        </p:txBody>
      </p:sp>
      <p:sp>
        <p:nvSpPr>
          <p:cNvPr id="12" name="Rectangle 11"/>
          <p:cNvSpPr/>
          <p:nvPr/>
        </p:nvSpPr>
        <p:spPr>
          <a:xfrm>
            <a:off x="1058333" y="4057597"/>
            <a:ext cx="2235200" cy="64346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i-LK"/>
          </a:p>
        </p:txBody>
      </p:sp>
      <p:sp>
        <p:nvSpPr>
          <p:cNvPr id="13" name="Rectangle 12"/>
          <p:cNvSpPr/>
          <p:nvPr/>
        </p:nvSpPr>
        <p:spPr>
          <a:xfrm>
            <a:off x="1058333" y="5330798"/>
            <a:ext cx="2235200" cy="64346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i-LK"/>
          </a:p>
        </p:txBody>
      </p:sp>
      <p:sp>
        <p:nvSpPr>
          <p:cNvPr id="14" name="Rectangle 13"/>
          <p:cNvSpPr/>
          <p:nvPr/>
        </p:nvSpPr>
        <p:spPr>
          <a:xfrm>
            <a:off x="5173133" y="1947332"/>
            <a:ext cx="2235200" cy="64346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i-LK"/>
          </a:p>
        </p:txBody>
      </p:sp>
      <p:sp>
        <p:nvSpPr>
          <p:cNvPr id="15" name="Rectangle 14"/>
          <p:cNvSpPr/>
          <p:nvPr/>
        </p:nvSpPr>
        <p:spPr>
          <a:xfrm>
            <a:off x="5156200" y="3002464"/>
            <a:ext cx="2235200" cy="64346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i-LK"/>
          </a:p>
        </p:txBody>
      </p:sp>
      <p:sp>
        <p:nvSpPr>
          <p:cNvPr id="16" name="Rectangle 15"/>
          <p:cNvSpPr/>
          <p:nvPr/>
        </p:nvSpPr>
        <p:spPr>
          <a:xfrm>
            <a:off x="5173133" y="3987798"/>
            <a:ext cx="2235200" cy="64346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i-LK"/>
          </a:p>
        </p:txBody>
      </p:sp>
      <p:sp>
        <p:nvSpPr>
          <p:cNvPr id="17" name="Rectangle 16"/>
          <p:cNvSpPr/>
          <p:nvPr/>
        </p:nvSpPr>
        <p:spPr>
          <a:xfrm>
            <a:off x="5190066" y="5079429"/>
            <a:ext cx="2235200" cy="64346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i-LK"/>
          </a:p>
        </p:txBody>
      </p:sp>
      <p:sp>
        <p:nvSpPr>
          <p:cNvPr id="18" name="Rectangle 17"/>
          <p:cNvSpPr/>
          <p:nvPr/>
        </p:nvSpPr>
        <p:spPr>
          <a:xfrm>
            <a:off x="9254067" y="1794933"/>
            <a:ext cx="2235200" cy="64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i-LK"/>
          </a:p>
        </p:txBody>
      </p:sp>
      <p:sp>
        <p:nvSpPr>
          <p:cNvPr id="19" name="Rectangle 18"/>
          <p:cNvSpPr/>
          <p:nvPr/>
        </p:nvSpPr>
        <p:spPr>
          <a:xfrm>
            <a:off x="9254067" y="2760133"/>
            <a:ext cx="2235200" cy="64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i-LK"/>
          </a:p>
        </p:txBody>
      </p:sp>
      <p:sp>
        <p:nvSpPr>
          <p:cNvPr id="20" name="Rectangle 19"/>
          <p:cNvSpPr/>
          <p:nvPr/>
        </p:nvSpPr>
        <p:spPr>
          <a:xfrm>
            <a:off x="9254067" y="3759199"/>
            <a:ext cx="2235200" cy="64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i-LK"/>
          </a:p>
        </p:txBody>
      </p:sp>
      <p:sp>
        <p:nvSpPr>
          <p:cNvPr id="21" name="Rectangle 20"/>
          <p:cNvSpPr/>
          <p:nvPr/>
        </p:nvSpPr>
        <p:spPr>
          <a:xfrm>
            <a:off x="9321800" y="4856092"/>
            <a:ext cx="2235200" cy="64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i-LK"/>
          </a:p>
        </p:txBody>
      </p:sp>
      <p:sp>
        <p:nvSpPr>
          <p:cNvPr id="22" name="Rectangle 21"/>
          <p:cNvSpPr/>
          <p:nvPr/>
        </p:nvSpPr>
        <p:spPr>
          <a:xfrm>
            <a:off x="9321800" y="5886396"/>
            <a:ext cx="2235200" cy="64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i-LK"/>
          </a:p>
        </p:txBody>
      </p:sp>
      <p:sp>
        <p:nvSpPr>
          <p:cNvPr id="23" name="TextBox 22"/>
          <p:cNvSpPr txBox="1"/>
          <p:nvPr/>
        </p:nvSpPr>
        <p:spPr>
          <a:xfrm>
            <a:off x="1058333" y="2084399"/>
            <a:ext cx="24764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Landing_Transactions</a:t>
            </a:r>
            <a:endParaRPr lang="si-LK" dirty="0"/>
          </a:p>
        </p:txBody>
      </p:sp>
      <p:sp>
        <p:nvSpPr>
          <p:cNvPr id="24" name="TextBox 23"/>
          <p:cNvSpPr txBox="1"/>
          <p:nvPr/>
        </p:nvSpPr>
        <p:spPr>
          <a:xfrm>
            <a:off x="1058333" y="3139531"/>
            <a:ext cx="24764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Landing_Customers</a:t>
            </a:r>
            <a:endParaRPr lang="si-LK" dirty="0"/>
          </a:p>
        </p:txBody>
      </p:sp>
      <p:sp>
        <p:nvSpPr>
          <p:cNvPr id="25" name="TextBox 24"/>
          <p:cNvSpPr txBox="1"/>
          <p:nvPr/>
        </p:nvSpPr>
        <p:spPr>
          <a:xfrm>
            <a:off x="1107017" y="4172462"/>
            <a:ext cx="24764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Landing_Productss</a:t>
            </a:r>
            <a:endParaRPr lang="si-LK" dirty="0"/>
          </a:p>
        </p:txBody>
      </p:sp>
      <p:sp>
        <p:nvSpPr>
          <p:cNvPr id="26" name="TextBox 25"/>
          <p:cNvSpPr txBox="1"/>
          <p:nvPr/>
        </p:nvSpPr>
        <p:spPr>
          <a:xfrm>
            <a:off x="1058333" y="5467865"/>
            <a:ext cx="24764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Landing_SalesReps</a:t>
            </a:r>
            <a:endParaRPr lang="si-LK" dirty="0"/>
          </a:p>
        </p:txBody>
      </p:sp>
      <p:sp>
        <p:nvSpPr>
          <p:cNvPr id="27" name="TextBox 26"/>
          <p:cNvSpPr txBox="1"/>
          <p:nvPr/>
        </p:nvSpPr>
        <p:spPr>
          <a:xfrm>
            <a:off x="5156200" y="2100766"/>
            <a:ext cx="24764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Transactions_Staging</a:t>
            </a:r>
            <a:endParaRPr lang="si-LK" dirty="0"/>
          </a:p>
        </p:txBody>
      </p:sp>
      <p:sp>
        <p:nvSpPr>
          <p:cNvPr id="28" name="TextBox 27"/>
          <p:cNvSpPr txBox="1"/>
          <p:nvPr/>
        </p:nvSpPr>
        <p:spPr>
          <a:xfrm>
            <a:off x="5173133" y="3218934"/>
            <a:ext cx="24764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Customers_Staging</a:t>
            </a:r>
            <a:endParaRPr lang="si-LK" dirty="0"/>
          </a:p>
        </p:txBody>
      </p:sp>
      <p:sp>
        <p:nvSpPr>
          <p:cNvPr id="29" name="TextBox 28"/>
          <p:cNvSpPr txBox="1"/>
          <p:nvPr/>
        </p:nvSpPr>
        <p:spPr>
          <a:xfrm>
            <a:off x="5190066" y="4184027"/>
            <a:ext cx="24764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Products_Staging</a:t>
            </a:r>
            <a:endParaRPr lang="si-LK" dirty="0"/>
          </a:p>
        </p:txBody>
      </p:sp>
      <p:sp>
        <p:nvSpPr>
          <p:cNvPr id="30" name="TextBox 29"/>
          <p:cNvSpPr txBox="1"/>
          <p:nvPr/>
        </p:nvSpPr>
        <p:spPr>
          <a:xfrm>
            <a:off x="5173133" y="5317067"/>
            <a:ext cx="24764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SalesReps_Staging</a:t>
            </a:r>
            <a:endParaRPr lang="si-LK" dirty="0"/>
          </a:p>
        </p:txBody>
      </p:sp>
      <p:sp>
        <p:nvSpPr>
          <p:cNvPr id="31" name="TextBox 30"/>
          <p:cNvSpPr txBox="1"/>
          <p:nvPr/>
        </p:nvSpPr>
        <p:spPr>
          <a:xfrm>
            <a:off x="9321800" y="2019872"/>
            <a:ext cx="24764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Dim_Customer</a:t>
            </a:r>
            <a:endParaRPr lang="si-LK" dirty="0"/>
          </a:p>
        </p:txBody>
      </p:sp>
      <p:sp>
        <p:nvSpPr>
          <p:cNvPr id="32" name="TextBox 31"/>
          <p:cNvSpPr txBox="1"/>
          <p:nvPr/>
        </p:nvSpPr>
        <p:spPr>
          <a:xfrm>
            <a:off x="9254067" y="2997661"/>
            <a:ext cx="24764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Dim_Products</a:t>
            </a:r>
            <a:endParaRPr lang="si-LK" dirty="0"/>
          </a:p>
        </p:txBody>
      </p:sp>
      <p:sp>
        <p:nvSpPr>
          <p:cNvPr id="33" name="TextBox 32"/>
          <p:cNvSpPr txBox="1"/>
          <p:nvPr/>
        </p:nvSpPr>
        <p:spPr>
          <a:xfrm>
            <a:off x="9321800" y="3926254"/>
            <a:ext cx="24764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Dim_SalesReps</a:t>
            </a:r>
            <a:endParaRPr lang="si-LK" dirty="0"/>
          </a:p>
        </p:txBody>
      </p:sp>
      <p:sp>
        <p:nvSpPr>
          <p:cNvPr id="34" name="TextBox 33"/>
          <p:cNvSpPr txBox="1"/>
          <p:nvPr/>
        </p:nvSpPr>
        <p:spPr>
          <a:xfrm>
            <a:off x="9321800" y="4961466"/>
            <a:ext cx="24764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Dim_Date</a:t>
            </a:r>
            <a:endParaRPr lang="si-LK" dirty="0"/>
          </a:p>
        </p:txBody>
      </p:sp>
      <p:sp>
        <p:nvSpPr>
          <p:cNvPr id="35" name="TextBox 34"/>
          <p:cNvSpPr txBox="1"/>
          <p:nvPr/>
        </p:nvSpPr>
        <p:spPr>
          <a:xfrm>
            <a:off x="9374718" y="6046800"/>
            <a:ext cx="24764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Facts_Sales</a:t>
            </a:r>
            <a:endParaRPr lang="si-LK" dirty="0"/>
          </a:p>
        </p:txBody>
      </p:sp>
    </p:spTree>
    <p:extLst>
      <p:ext uri="{BB962C8B-B14F-4D97-AF65-F5344CB8AC3E}">
        <p14:creationId xmlns:p14="http://schemas.microsoft.com/office/powerpoint/2010/main" val="41278003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16</Words>
  <Application>Microsoft Office PowerPoint</Application>
  <PresentationFormat>Widescreen</PresentationFormat>
  <Paragraphs>16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Iskoola Pota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FERNANDO A.S.S it23681910</dc:creator>
  <cp:lastModifiedBy>FERNANDO A.S.S it23681910</cp:lastModifiedBy>
  <cp:revision>3</cp:revision>
  <dcterms:created xsi:type="dcterms:W3CDTF">2026-03-26T17:34:15Z</dcterms:created>
  <dcterms:modified xsi:type="dcterms:W3CDTF">2026-03-26T17:55:39Z</dcterms:modified>
</cp:coreProperties>
</file>